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2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3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4.png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toryboard_1_Quick_Stats"/>
          <p:cNvPicPr>
            <a:picLocks noChangeAspect="1"/>
          </p:cNvPicPr>
          <p:nvPr/>
        </p:nvPicPr>
        <p:blipFill>
          <a:blip r:embed="rId3"/>
          <a:srcRect t="11454" b="14380"/>
          <a:stretch>
            <a:fillRect/>
          </a:stretch>
        </p:blipFill>
        <p:spPr>
          <a:xfrm>
            <a:off x="456565" y="209550"/>
            <a:ext cx="10642600" cy="61404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Storyboard_2_Nation_Overview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2198" t="11368" r="9623" b="14458"/>
          <a:stretch>
            <a:fillRect/>
          </a:stretch>
        </p:blipFill>
        <p:spPr>
          <a:xfrm>
            <a:off x="1736725" y="209550"/>
            <a:ext cx="8368030" cy="62001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Storyboard_3_Compare_Powers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1836" t="10460" r="9424" b="14303"/>
          <a:stretch>
            <a:fillRect/>
          </a:stretch>
        </p:blipFill>
        <p:spPr>
          <a:xfrm>
            <a:off x="1679575" y="147320"/>
            <a:ext cx="8431530" cy="61087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Storyboard_4_Coalition_Builder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1527" t="10861" r="9733" b="14703"/>
          <a:stretch>
            <a:fillRect/>
          </a:stretch>
        </p:blipFill>
        <p:spPr>
          <a:xfrm>
            <a:off x="1671320" y="154940"/>
            <a:ext cx="8430260" cy="63480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CRNS</dc:creator>
  <cp:lastModifiedBy>Naveen .C</cp:lastModifiedBy>
  <cp:revision>3</cp:revision>
  <dcterms:created xsi:type="dcterms:W3CDTF">2026-08-08T16:20:00Z</dcterms:created>
  <dcterms:modified xsi:type="dcterms:W3CDTF">2026-08-08T16:30:44Z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577A3FC2DCAA4EA6A0180DFA9BED2852_11</vt:lpwstr>
  </property>
</Properties>
</file>